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6cbc1bd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6cbc1bd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c25dfcb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c25dfcb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5c25dfcb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5c25dfcb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5c25dfcb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5c25dfcb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5c25dfcb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5c25dfcb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5c25dfcb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5c25dfcb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5c25dfcb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5c25dfcb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5c25dfcb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5c25dfcb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5c25dfcb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5c25dfcb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5c25dfcb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5c25dfcb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c25dfcb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5c25dfcb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5c25dfcb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5c25dfcb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5c25dfcb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5c25dfcb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f1a4a13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f1a4a13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f1a4a13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f1a4a13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04d248c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04d248c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04d248c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04d248c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f1d3b0b6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f1d3b0b6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f1d3b0b6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f1d3b0b6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f1d3b0b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f1d3b0b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f1d3b0b6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f1d3b0b6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f1d3b0b6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f1d3b0b6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1e37826b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1e37826b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f1d3b0b6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f1d3b0b6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ec7b2f92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ec7b2f9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ec7b2f92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ec7b2f92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ec7b2f92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ec7b2f92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ec7b2f92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ec7b2f92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ec7b2f92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ec7b2f92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ec7b2f92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ec7b2f92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ec7b2f92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ec7b2f92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592550"/>
            <a:ext cx="8520600" cy="19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Embedded System Lab</a:t>
            </a:r>
            <a:br>
              <a:rPr lang="en-GB"/>
            </a:br>
            <a:r>
              <a:rPr lang="en-GB"/>
              <a:t>December Presentation</a:t>
            </a:r>
            <a:br>
              <a:rPr lang="en-GB"/>
            </a:br>
            <a:r>
              <a:rPr lang="en-GB"/>
              <a:t>Task 1-5</a:t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11825" y="3424750"/>
            <a:ext cx="8520600" cy="8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Team F1</a:t>
            </a:r>
            <a:endParaRPr sz="20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Ye Htet Kyaw, Md Asifur Rahman Saikot, Tafon Sjinkwe Boris</a:t>
            </a:r>
            <a:endParaRPr sz="20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/>
              <a:t>TASK 1 </a:t>
            </a:r>
            <a:endParaRPr b="1"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/>
              <a:t>Traffick Light System</a:t>
            </a:r>
            <a:endParaRPr b="1" sz="60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/>
              <a:t>Class Diagram</a:t>
            </a:r>
            <a:endParaRPr b="1" sz="6000"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288" y="152400"/>
            <a:ext cx="416743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/>
              <a:t>State Machine Diagram</a:t>
            </a:r>
            <a:endParaRPr b="1" sz="6000"/>
          </a:p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100"/>
            <a:ext cx="9144001" cy="50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211"/>
              <a:t>                             </a:t>
            </a:r>
            <a:r>
              <a:rPr b="1" lang="en-GB" sz="6011"/>
              <a:t>Code</a:t>
            </a:r>
            <a:endParaRPr b="1" sz="6011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025"/>
            <a:ext cx="88323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025"/>
            <a:ext cx="88323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0"/>
            <a:ext cx="8520601" cy="45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01750"/>
            <a:ext cx="8520600" cy="48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47853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6011"/>
              <a:t>     TASK 3</a:t>
            </a:r>
            <a:endParaRPr b="1" sz="60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60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6011"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6000"/>
              <a:t>Implementing</a:t>
            </a:r>
            <a:r>
              <a:rPr b="1" lang="en-GB" sz="6000"/>
              <a:t> </a:t>
            </a:r>
            <a:r>
              <a:rPr b="1" lang="en-GB" sz="6000"/>
              <a:t>traffic</a:t>
            </a:r>
            <a:r>
              <a:rPr b="1" lang="en-GB" sz="6000"/>
              <a:t> light on arduino </a:t>
            </a:r>
            <a:endParaRPr b="1" sz="6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0"/>
            <a:ext cx="85206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133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Task-2&amp;4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720700" cy="3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Class Diagram</a:t>
            </a:r>
            <a:br>
              <a:rPr lang="en-GB"/>
            </a:b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4225" y="706000"/>
            <a:ext cx="3215550" cy="443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13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 Machine Diagram Task 2</a:t>
            </a:r>
            <a:endParaRPr/>
          </a:p>
        </p:txBody>
      </p:sp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75" y="709125"/>
            <a:ext cx="7209488" cy="404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13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 Diagram Task 2</a:t>
            </a:r>
            <a:endParaRPr/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000" y="709125"/>
            <a:ext cx="6350000" cy="43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Important Blocks of the Code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Block-1:State Machine Definition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683325"/>
            <a:ext cx="8467474" cy="10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404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Block-2: Button Detection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1624013"/>
            <a:ext cx="701040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466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Block-3: Traffic &amp;  </a:t>
            </a:r>
            <a:r>
              <a:rPr lang="en-GB"/>
              <a:t>Pedestrian</a:t>
            </a:r>
            <a:r>
              <a:rPr lang="en-GB"/>
              <a:t> Control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613" y="1333500"/>
            <a:ext cx="6962775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482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Block-4: Seven-Segment Display Output (Task-4)</a:t>
            </a:r>
            <a:br>
              <a:rPr lang="en-GB"/>
            </a:br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550" y="1065075"/>
            <a:ext cx="700087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311700" y="435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Block-5: 7seg Display Logic</a:t>
            </a:r>
            <a:br>
              <a:rPr lang="en-GB"/>
            </a:br>
            <a:endParaRPr/>
          </a:p>
        </p:txBody>
      </p:sp>
      <p:pic>
        <p:nvPicPr>
          <p:cNvPr id="196" name="Google Shape;1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298" y="1017052"/>
            <a:ext cx="6051400" cy="34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6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9725" y="529225"/>
            <a:ext cx="5084575" cy="44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6"/>
          <p:cNvSpPr txBox="1"/>
          <p:nvPr/>
        </p:nvSpPr>
        <p:spPr>
          <a:xfrm>
            <a:off x="0" y="0"/>
            <a:ext cx="90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Task-2&amp;4 Implementation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311700" y="388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TinkerCAD Simulation</a:t>
            </a:r>
            <a:br>
              <a:rPr lang="en-GB"/>
            </a:br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375" y="859125"/>
            <a:ext cx="5752825" cy="36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</a:t>
            </a:r>
            <a:endParaRPr/>
          </a:p>
        </p:txBody>
      </p:sp>
      <p:pic>
        <p:nvPicPr>
          <p:cNvPr id="214" name="Google Shape;2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8875"/>
            <a:ext cx="5435924" cy="40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8"/>
          <p:cNvSpPr txBox="1"/>
          <p:nvPr/>
        </p:nvSpPr>
        <p:spPr>
          <a:xfrm>
            <a:off x="3457200" y="4442350"/>
            <a:ext cx="22296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Class Diagram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</a:t>
            </a:r>
            <a:endParaRPr/>
          </a:p>
        </p:txBody>
      </p:sp>
      <p:pic>
        <p:nvPicPr>
          <p:cNvPr id="221" name="Google Shape;2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50" y="786475"/>
            <a:ext cx="7730801" cy="38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9"/>
          <p:cNvSpPr txBox="1"/>
          <p:nvPr/>
        </p:nvSpPr>
        <p:spPr>
          <a:xfrm>
            <a:off x="3117450" y="4330875"/>
            <a:ext cx="26352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State Machine diagram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</a:t>
            </a:r>
            <a:endParaRPr/>
          </a:p>
        </p:txBody>
      </p:sp>
      <p:sp>
        <p:nvSpPr>
          <p:cNvPr id="228" name="Google Shape;228;p40"/>
          <p:cNvSpPr txBox="1"/>
          <p:nvPr/>
        </p:nvSpPr>
        <p:spPr>
          <a:xfrm>
            <a:off x="3254401" y="4238375"/>
            <a:ext cx="26352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Tinkercad Simulation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9" name="Google Shape;2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92625"/>
            <a:ext cx="8520600" cy="32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 (Car code blocks)</a:t>
            </a:r>
            <a:endParaRPr/>
          </a:p>
        </p:txBody>
      </p:sp>
      <p:sp>
        <p:nvSpPr>
          <p:cNvPr id="235" name="Google Shape;235;p41"/>
          <p:cNvSpPr txBox="1"/>
          <p:nvPr/>
        </p:nvSpPr>
        <p:spPr>
          <a:xfrm>
            <a:off x="3218775" y="4490975"/>
            <a:ext cx="3756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6" name="Google Shape;236;p41"/>
          <p:cNvSpPr/>
          <p:nvPr/>
        </p:nvSpPr>
        <p:spPr>
          <a:xfrm>
            <a:off x="666900" y="896400"/>
            <a:ext cx="2954400" cy="214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enum State {RED, YELLOW, GREEN};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void setLights(State 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tPins[] = {10, 9, 8};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RED_TIME = 3000;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YELLOW_TIME = 2000;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GREEN_TIME = 3000;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SHORT_DELAY = 800;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State curr = RED, prev;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bool pedReq = false;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1"/>
          <p:cNvSpPr/>
          <p:nvPr/>
        </p:nvSpPr>
        <p:spPr>
          <a:xfrm>
            <a:off x="666900" y="3212125"/>
            <a:ext cx="2954400" cy="17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setLights(State t){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for (int i = 0; i &lt; 3; i++)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digitalWrite(tPins[i], i == t ? HIGH : 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38" name="Google Shape;238;p41"/>
          <p:cNvSpPr/>
          <p:nvPr/>
        </p:nvSpPr>
        <p:spPr>
          <a:xfrm>
            <a:off x="3935300" y="895750"/>
            <a:ext cx="4896900" cy="184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void checkSerialRx()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	if (Serial.available() &gt; 0)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		char received = Serial.read();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		if (received == </a:t>
            </a:r>
            <a:r>
              <a:rPr lang="en-GB" sz="1100"/>
              <a:t>'P'){</a:t>
            </a:r>
            <a:endParaRPr sz="1100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pedReq = true;</a:t>
            </a:r>
            <a:endParaRPr sz="11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39" name="Google Shape;239;p41"/>
          <p:cNvSpPr/>
          <p:nvPr/>
        </p:nvSpPr>
        <p:spPr>
          <a:xfrm>
            <a:off x="3935300" y="2794150"/>
            <a:ext cx="4896900" cy="214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void waitAndCheckRx(int ms)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for (int i = 0; i &lt; ms; i += 20)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checkSerialRx();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if(pedReq){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delay(SHORT_DELAY);//end sooner if P is detact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return;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delay(20);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/>
          <p:nvPr>
            <p:ph type="title"/>
          </p:nvPr>
        </p:nvSpPr>
        <p:spPr>
          <a:xfrm>
            <a:off x="311700" y="21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 (Car code blocks)</a:t>
            </a:r>
            <a:endParaRPr/>
          </a:p>
        </p:txBody>
      </p:sp>
      <p:sp>
        <p:nvSpPr>
          <p:cNvPr id="245" name="Google Shape;245;p42"/>
          <p:cNvSpPr txBox="1"/>
          <p:nvPr/>
        </p:nvSpPr>
        <p:spPr>
          <a:xfrm>
            <a:off x="3218775" y="4490975"/>
            <a:ext cx="3756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6" name="Google Shape;246;p42"/>
          <p:cNvSpPr/>
          <p:nvPr/>
        </p:nvSpPr>
        <p:spPr>
          <a:xfrm>
            <a:off x="666900" y="896400"/>
            <a:ext cx="3905100" cy="129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setup(){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for (int i = 0; i &lt; 3; i++) pinMode(tPins[i], OUTPUT);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</a:t>
            </a:r>
            <a:r>
              <a:rPr lang="en-GB" sz="1100"/>
              <a:t>Serial.begin(9600);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setLights(RED);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2"/>
          <p:cNvSpPr/>
          <p:nvPr/>
        </p:nvSpPr>
        <p:spPr>
          <a:xfrm>
            <a:off x="666900" y="2261700"/>
            <a:ext cx="3905100" cy="222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void loop(){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switch (curr){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case RED: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setLights(RED);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prev = RED;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Serial.write(</a:t>
            </a:r>
            <a:r>
              <a:rPr lang="en-GB" sz="1100"/>
              <a:t>'</a:t>
            </a:r>
            <a:r>
              <a:rPr lang="en-GB" sz="1100"/>
              <a:t>1');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delay(RED_TIME);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pedReq = false;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Serial.write('0')</a:t>
            </a:r>
            <a:r>
              <a:rPr lang="en-GB" sz="1100"/>
              <a:t>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curr = YELLOW;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break;</a:t>
            </a:r>
            <a:endParaRPr sz="1100"/>
          </a:p>
        </p:txBody>
      </p:sp>
      <p:sp>
        <p:nvSpPr>
          <p:cNvPr id="248" name="Google Shape;248;p42"/>
          <p:cNvSpPr/>
          <p:nvPr/>
        </p:nvSpPr>
        <p:spPr>
          <a:xfrm>
            <a:off x="4771175" y="896400"/>
            <a:ext cx="3905100" cy="359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case YELLOW: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setLights(YELLOW);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Serial.write('0');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waitAndCheckRx(YELLOW_TIME);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curr = (prev == RED) ? GREEN : RED;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break;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case GREEN: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setLights(GREEN);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Serial.write('0');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waitAndCheckRx(GREEN_TIME);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prev = GREEN;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curr = YELLOW;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break;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type="title"/>
          </p:nvPr>
        </p:nvSpPr>
        <p:spPr>
          <a:xfrm>
            <a:off x="311700" y="213775"/>
            <a:ext cx="87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Traffic Light System with two µCs (Ped code blocks)</a:t>
            </a:r>
            <a:endParaRPr/>
          </a:p>
        </p:txBody>
      </p:sp>
      <p:sp>
        <p:nvSpPr>
          <p:cNvPr id="254" name="Google Shape;254;p43"/>
          <p:cNvSpPr txBox="1"/>
          <p:nvPr/>
        </p:nvSpPr>
        <p:spPr>
          <a:xfrm>
            <a:off x="3218775" y="4490975"/>
            <a:ext cx="3756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5" name="Google Shape;255;p43"/>
          <p:cNvSpPr/>
          <p:nvPr/>
        </p:nvSpPr>
        <p:spPr>
          <a:xfrm>
            <a:off x="666900" y="786475"/>
            <a:ext cx="3905100" cy="96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red_pin = 13;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green_pin = 12;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const int button_pin = 5;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6" name="Google Shape;256;p43"/>
          <p:cNvSpPr/>
          <p:nvPr/>
        </p:nvSpPr>
        <p:spPr>
          <a:xfrm>
            <a:off x="666900" y="1925950"/>
            <a:ext cx="3905100" cy="165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setup(){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pinMode(red_pin, OUTPUT);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pinMode(green_pin, OUTPUT);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pinMode(button_pin, INPUT);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Serial.begin(9600);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digitalWrite(red_pin, HIGH);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digitalWrite(green_pin, 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7" name="Google Shape;257;p43"/>
          <p:cNvSpPr/>
          <p:nvPr/>
        </p:nvSpPr>
        <p:spPr>
          <a:xfrm>
            <a:off x="4886150" y="3443775"/>
            <a:ext cx="3905100" cy="125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return_button_status(){</a:t>
            </a:r>
            <a:endParaRPr sz="11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if (digitalRead(button_pin) == HIGH)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		Serial.write('P');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		delay(100);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	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</p:txBody>
      </p:sp>
      <p:sp>
        <p:nvSpPr>
          <p:cNvPr id="258" name="Google Shape;258;p43"/>
          <p:cNvSpPr/>
          <p:nvPr/>
        </p:nvSpPr>
        <p:spPr>
          <a:xfrm>
            <a:off x="4830075" y="786475"/>
            <a:ext cx="3905100" cy="256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receive_command(){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if (Serial.available() &gt; 0)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char command = Serial.read();  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if (command == '1')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digitalWrite(red_pin, 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digitalWrite(green_pin, HIGH);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}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else if (command == '0')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digitalWrite(red_pin, HIGH);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  digitalWrite(green_pin, LOW);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    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9" name="Google Shape;259;p43"/>
          <p:cNvSpPr/>
          <p:nvPr/>
        </p:nvSpPr>
        <p:spPr>
          <a:xfrm>
            <a:off x="666900" y="3737175"/>
            <a:ext cx="3905100" cy="96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void loop(){</a:t>
            </a:r>
            <a:endParaRPr sz="11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receive_command();</a:t>
            </a:r>
            <a:endParaRPr sz="11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return_button_status();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title"/>
          </p:nvPr>
        </p:nvSpPr>
        <p:spPr>
          <a:xfrm>
            <a:off x="311825" y="1074500"/>
            <a:ext cx="8520600" cy="19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 For Your Attention!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Question?</a:t>
            </a:r>
            <a:endParaRPr/>
          </a:p>
        </p:txBody>
      </p:sp>
      <p:sp>
        <p:nvSpPr>
          <p:cNvPr id="265" name="Google Shape;265;p44"/>
          <p:cNvSpPr txBox="1"/>
          <p:nvPr>
            <p:ph type="title"/>
          </p:nvPr>
        </p:nvSpPr>
        <p:spPr>
          <a:xfrm>
            <a:off x="311825" y="3424750"/>
            <a:ext cx="8520600" cy="8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Team F1</a:t>
            </a:r>
            <a:endParaRPr sz="20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Ye Htet Kyaw, Md Asifur Rahman Saikot, Tafon Sjinkwe Boris</a:t>
            </a:r>
            <a:endParaRPr sz="2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