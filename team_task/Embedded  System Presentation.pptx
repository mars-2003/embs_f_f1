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6cbc1bd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6cbc1bd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c25dfcb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c25dfcb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c25dfcb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c25dfcb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5c25dfcb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5c25dfcb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c25dfcb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5c25dfcb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5c25dfcb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5c25dfcb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c25dfcb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5c25dfcb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c25dfcb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c25dfcb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c25dfcb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c25dfcb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c25dfcb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5c25dfcb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5c25dfcb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5c25dfcb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5c25dfcb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5c25dfcb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c25dfcb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c25dfcb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1a4a13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f1a4a13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f1a4a13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f1a4a13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f1d3b0b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f1d3b0b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f1d3b0b6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f1d3b0b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f1d3b0b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f1d3b0b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f1d3b0b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f1d3b0b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f1d3b0b6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f1d3b0b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f1d3b0b6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f1d3b0b6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f1d3b0b6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f1d3b0b6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c7b2f9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ec7b2f9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ec7b2f92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ec7b2f92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ec7b2f92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ec7b2f9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ec7b2f92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ec7b2f9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c7b2f92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ec7b2f92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ec7b2f9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ec7b2f9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ec7b2f92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ec7b2f9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592550"/>
            <a:ext cx="8520600" cy="19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Embedded System Lab</a:t>
            </a:r>
            <a:br>
              <a:rPr lang="en-GB"/>
            </a:br>
            <a:r>
              <a:rPr lang="en-GB"/>
              <a:t>December Presentation</a:t>
            </a:r>
            <a:br>
              <a:rPr lang="en-GB"/>
            </a:br>
            <a:r>
              <a:rPr lang="en-GB"/>
              <a:t>Task 1-5</a:t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825" y="3424750"/>
            <a:ext cx="8520600" cy="8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Team F1</a:t>
            </a:r>
            <a:endParaRPr sz="20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Ye Htet Kyaw, Md Asifur Rahman Saikot, Tafon Sjinkwe Boris</a:t>
            </a:r>
            <a:endParaRPr sz="20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TASK 1 </a:t>
            </a:r>
            <a:endParaRPr b="1"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Traffick Light System</a:t>
            </a:r>
            <a:endParaRPr b="1" sz="60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Class Diagram</a:t>
            </a:r>
            <a:endParaRPr b="1" sz="6000"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2400"/>
            <a:ext cx="8520600" cy="529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State Machine Diagram</a:t>
            </a:r>
            <a:endParaRPr b="1" sz="6000"/>
          </a:p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0"/>
            <a:ext cx="9144001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211"/>
              <a:t>                             </a:t>
            </a:r>
            <a:r>
              <a:rPr b="1" lang="en-GB" sz="6011"/>
              <a:t>Code</a:t>
            </a:r>
            <a:endParaRPr b="1" sz="6011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25"/>
            <a:ext cx="88323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25"/>
            <a:ext cx="88323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8520601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01750"/>
            <a:ext cx="8520600" cy="48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47853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6011"/>
              <a:t>     TASK 3</a:t>
            </a:r>
            <a:endParaRPr b="1" sz="60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60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6011"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6000"/>
              <a:t>Implementing</a:t>
            </a:r>
            <a:r>
              <a:rPr b="1" lang="en-GB" sz="6000"/>
              <a:t> </a:t>
            </a:r>
            <a:r>
              <a:rPr b="1" lang="en-GB" sz="6000"/>
              <a:t>traffic</a:t>
            </a:r>
            <a:r>
              <a:rPr b="1" lang="en-GB" sz="6000"/>
              <a:t> light on arduino </a:t>
            </a:r>
            <a:endParaRPr b="1" sz="6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0"/>
            <a:ext cx="85206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133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Task-2&amp;4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720700" cy="3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Class Diagram</a:t>
            </a:r>
            <a:br>
              <a:rPr lang="en-GB"/>
            </a:b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152" y="1218450"/>
            <a:ext cx="3911324" cy="381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 Machine Diagram</a:t>
            </a:r>
            <a:endParaRPr/>
          </a:p>
        </p:txBody>
      </p:sp>
      <p:pic>
        <p:nvPicPr>
          <p:cNvPr id="161" name="Google Shape;161;p29" title="task_2_MAR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425" y="1187250"/>
            <a:ext cx="2774350" cy="33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Blocks of the Code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Block-1:State Machine Definition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83325"/>
            <a:ext cx="8467474" cy="10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404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Block-2: Button Detection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1624013"/>
            <a:ext cx="701040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466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Block-3: Traffic &amp;  </a:t>
            </a:r>
            <a:r>
              <a:rPr lang="en-GB"/>
              <a:t>Pedestrian</a:t>
            </a:r>
            <a:r>
              <a:rPr lang="en-GB"/>
              <a:t>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13" y="1333500"/>
            <a:ext cx="696277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482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Block-4: Seven-Segment Display Output (Task-4)</a:t>
            </a:r>
            <a:br>
              <a:rPr lang="en-GB"/>
            </a:b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50" y="1065075"/>
            <a:ext cx="700087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43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Block-5: 7seg Display Logic</a:t>
            </a:r>
            <a:br>
              <a:rPr lang="en-GB"/>
            </a:b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298" y="1017052"/>
            <a:ext cx="6051400" cy="34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38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TinkerCAD Simulation</a:t>
            </a:r>
            <a:br>
              <a:rPr lang="en-GB"/>
            </a:br>
            <a:endParaRPr/>
          </a:p>
        </p:txBody>
      </p:sp>
      <p:pic>
        <p:nvPicPr>
          <p:cNvPr id="198" name="Google Shape;1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75" y="859125"/>
            <a:ext cx="5752825" cy="36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</a:t>
            </a:r>
            <a:endParaRPr/>
          </a:p>
        </p:txBody>
      </p:sp>
      <p:pic>
        <p:nvPicPr>
          <p:cNvPr id="204" name="Google Shape;2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8875"/>
            <a:ext cx="4671315" cy="405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 txBox="1"/>
          <p:nvPr/>
        </p:nvSpPr>
        <p:spPr>
          <a:xfrm>
            <a:off x="3457200" y="4442350"/>
            <a:ext cx="22296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Class 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</a:t>
            </a:r>
            <a:endParaRPr/>
          </a:p>
        </p:txBody>
      </p:sp>
      <p:pic>
        <p:nvPicPr>
          <p:cNvPr id="211" name="Google Shape;21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50" y="786475"/>
            <a:ext cx="7730801" cy="38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/>
          <p:nvPr/>
        </p:nvSpPr>
        <p:spPr>
          <a:xfrm>
            <a:off x="3117450" y="4330875"/>
            <a:ext cx="2635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State Machine 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</a:t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3254401" y="4238375"/>
            <a:ext cx="2635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Tinkercad Simulation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92625"/>
            <a:ext cx="8520600" cy="32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 (Car code blocks)</a:t>
            </a:r>
            <a:endParaRPr/>
          </a:p>
        </p:txBody>
      </p:sp>
      <p:sp>
        <p:nvSpPr>
          <p:cNvPr id="225" name="Google Shape;225;p39"/>
          <p:cNvSpPr txBox="1"/>
          <p:nvPr/>
        </p:nvSpPr>
        <p:spPr>
          <a:xfrm>
            <a:off x="3218775" y="4490975"/>
            <a:ext cx="3756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6" name="Google Shape;226;p39"/>
          <p:cNvSpPr/>
          <p:nvPr/>
        </p:nvSpPr>
        <p:spPr>
          <a:xfrm>
            <a:off x="666900" y="896400"/>
            <a:ext cx="2954400" cy="214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enum State {RED, YELLOW, GREEN};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setLights(State 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tPins[] = {10, 9, 8};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RED_TIME = 3000;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YELLOW_TIME = 2000;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GREEN_TIME = 3000;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SHORT_DELAY = 800;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State curr = RED, prev;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bool pedReq = false;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9"/>
          <p:cNvSpPr/>
          <p:nvPr/>
        </p:nvSpPr>
        <p:spPr>
          <a:xfrm>
            <a:off x="666900" y="3212125"/>
            <a:ext cx="2954400" cy="17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setLights(State t){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for (int i = 0; i &lt; 3; i++)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digitalWrite(tPins[i], i == t ? HIGH :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8" name="Google Shape;228;p39"/>
          <p:cNvSpPr/>
          <p:nvPr/>
        </p:nvSpPr>
        <p:spPr>
          <a:xfrm>
            <a:off x="3935300" y="895750"/>
            <a:ext cx="4896900" cy="184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checkSerialRx()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	if (Serial.available() &gt; 0)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		char received = Serial.read();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		if (received == </a:t>
            </a:r>
            <a:r>
              <a:rPr lang="en-GB" sz="1100"/>
              <a:t>'P'){</a:t>
            </a:r>
            <a:endParaRPr sz="1100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pedReq = true;</a:t>
            </a:r>
            <a:endParaRPr sz="1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9" name="Google Shape;229;p39"/>
          <p:cNvSpPr/>
          <p:nvPr/>
        </p:nvSpPr>
        <p:spPr>
          <a:xfrm>
            <a:off x="3935300" y="2794150"/>
            <a:ext cx="4896900" cy="214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waitAndCheckRx(int ms)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for (int i = 0; i &lt; ms; i += 20)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checkSerialRx();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if(pedReq){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delay(SHORT_DELAY);//end sooner if P is detact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return;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delay(20);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 (Car code blocks)</a:t>
            </a:r>
            <a:endParaRPr/>
          </a:p>
        </p:txBody>
      </p:sp>
      <p:sp>
        <p:nvSpPr>
          <p:cNvPr id="235" name="Google Shape;235;p40"/>
          <p:cNvSpPr txBox="1"/>
          <p:nvPr/>
        </p:nvSpPr>
        <p:spPr>
          <a:xfrm>
            <a:off x="3218775" y="4490975"/>
            <a:ext cx="3756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40"/>
          <p:cNvSpPr/>
          <p:nvPr/>
        </p:nvSpPr>
        <p:spPr>
          <a:xfrm>
            <a:off x="666900" y="896400"/>
            <a:ext cx="3905100" cy="12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setup(){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for (int i = 0; i &lt; 3; i++) pinMode(tPins[i], OUTPUT);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</a:t>
            </a:r>
            <a:r>
              <a:rPr lang="en-GB" sz="1100"/>
              <a:t>Serial.begin(9600);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setLights(RED);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0"/>
          <p:cNvSpPr/>
          <p:nvPr/>
        </p:nvSpPr>
        <p:spPr>
          <a:xfrm>
            <a:off x="666900" y="2261700"/>
            <a:ext cx="3905100" cy="222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loop(){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switch (curr){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case RED: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setLights(RED);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prev = RED;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Serial.write(</a:t>
            </a:r>
            <a:r>
              <a:rPr lang="en-GB" sz="1100"/>
              <a:t>'</a:t>
            </a:r>
            <a:r>
              <a:rPr lang="en-GB" sz="1100"/>
              <a:t>1');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delay(RED_TIME);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pedReq = false;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Serial.write('0')</a:t>
            </a:r>
            <a:r>
              <a:rPr lang="en-GB" sz="1100"/>
              <a:t>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curr = YELLOW;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break;</a:t>
            </a:r>
            <a:endParaRPr sz="1100"/>
          </a:p>
        </p:txBody>
      </p:sp>
      <p:sp>
        <p:nvSpPr>
          <p:cNvPr id="238" name="Google Shape;238;p40"/>
          <p:cNvSpPr/>
          <p:nvPr/>
        </p:nvSpPr>
        <p:spPr>
          <a:xfrm>
            <a:off x="4771175" y="896400"/>
            <a:ext cx="3905100" cy="359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case YELLOW: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setLights(YELLOW);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Serial.write('0');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waitAndCheckRx(YELLOW_TIME);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curr = (prev == RED) ? GREEN : RED;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break;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case GREEN: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setLights(GREEN);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Serial.write('0');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waitAndCheckRx(GREEN_TIME);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prev = GREEN;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curr = YELLOW;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break;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11700" y="213775"/>
            <a:ext cx="87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 (Ped code blocks)</a:t>
            </a:r>
            <a:endParaRPr/>
          </a:p>
        </p:txBody>
      </p:sp>
      <p:sp>
        <p:nvSpPr>
          <p:cNvPr id="244" name="Google Shape;244;p41"/>
          <p:cNvSpPr txBox="1"/>
          <p:nvPr/>
        </p:nvSpPr>
        <p:spPr>
          <a:xfrm>
            <a:off x="3218775" y="4490975"/>
            <a:ext cx="3756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666900" y="1011975"/>
            <a:ext cx="3905100" cy="88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red_pin = 13;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green_pin = 12;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button_pin = 5;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46" name="Google Shape;246;p41"/>
          <p:cNvSpPr/>
          <p:nvPr/>
        </p:nvSpPr>
        <p:spPr>
          <a:xfrm>
            <a:off x="666900" y="2122475"/>
            <a:ext cx="3905100" cy="262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setup(){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pinMode(red_pin, OUTPUT);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pinMode(green_pin, OUTPUT);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pinMode(button_pin, INPUT);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Serial.begin(9600);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digitalWrite(red_pin, HIGH);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digitalWrite(green_pin,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47" name="Google Shape;247;p41"/>
          <p:cNvSpPr/>
          <p:nvPr/>
        </p:nvSpPr>
        <p:spPr>
          <a:xfrm>
            <a:off x="4771175" y="1011975"/>
            <a:ext cx="3905100" cy="373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loop(){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if (Serial.available() &gt; 0)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char command = Serial.read();  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if (command == '1')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digitalWrite(red_pin,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digitalWrite(green_pin, HIGH);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}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else if (command == '0')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digitalWrite(red_pin, HIGH);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digitalWrite(green_pin,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if (digitalRead(button_pin) == HIGH)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Serial.write('P');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delay(100);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825" y="1074500"/>
            <a:ext cx="8520600" cy="19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 For Your Attention!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Question?</a:t>
            </a:r>
            <a:endParaRPr/>
          </a:p>
        </p:txBody>
      </p:sp>
      <p:sp>
        <p:nvSpPr>
          <p:cNvPr id="253" name="Google Shape;253;p42"/>
          <p:cNvSpPr txBox="1"/>
          <p:nvPr>
            <p:ph type="title"/>
          </p:nvPr>
        </p:nvSpPr>
        <p:spPr>
          <a:xfrm>
            <a:off x="311825" y="3424750"/>
            <a:ext cx="8520600" cy="8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Team F1</a:t>
            </a:r>
            <a:endParaRPr sz="20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Ye Htet Kyaw, Md Asifur Rahman Saikot, Tafon Sjinkwe Boris</a:t>
            </a:r>
            <a:endParaRPr sz="2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